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7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9" /><Relationship Type="http://schemas.openxmlformats.org/officeDocument/2006/relationships/slideMaster" Target="/ppt/slideMasters/slideMaster1.xml" Id="rId7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0">
            <a:solidFill>
              <a:srgbClr val="163E4C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BOARD REVIEW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Q1 2026 Board Review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January 1, 2026 – March 31,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Review first-quarter performance, liquidity, operating risk, and the decisions reserved for the Board.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BOARD REVIEW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Performance, backlog, and liquidity frame the quarter’s principal decisions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January 1, 2026 – March 31,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$75.7M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January 1, 2026 – March 31,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$463K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unfavorable;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BOARD REVIEW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BOARD REVIEW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100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$20.1M output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$244K variance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100 Controller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200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$10.6M output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-$39K variance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200 Controller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300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$18.7M output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$257K variance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300 Controller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BOARD REVIEW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