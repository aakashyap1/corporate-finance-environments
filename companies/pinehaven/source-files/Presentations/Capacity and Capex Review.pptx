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03D"/>
          </a:solidFill>
          <a:ln xmlns:a="http://schemas.openxmlformats.org/drawingml/2006/main" w="0">
            <a:solidFill>
              <a:srgbClr val="C2703D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70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2703D"/>
                </a:solidFill>
                <a:latin typeface="Arial"/>
                <a:ea typeface="Arial"/>
                <a:cs typeface="Arial"/>
              </a:rPr>
              <a:t>CAPITAL COMMITTEE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Capacity and Capital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January 1, 2026 – June 30,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Sequence constraint relief and capital requests against return, implementation, and liquidity gates.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CAPITAL COMMITTEE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Constraint relief must clear both operating and cash-return gates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January 1, 2026 – June 30,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$136.5M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January 1, 2026 – June 30,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$2.3M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CAPITAL COMMITTEE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CAPITAL COMMITTEE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$39.6M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$1.1M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$20.0M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$157K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$36.5M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$964K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CAPITAL COMMITTEE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