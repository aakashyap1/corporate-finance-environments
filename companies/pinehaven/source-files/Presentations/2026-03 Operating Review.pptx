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7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9" /><Relationship Type="http://schemas.openxmlformats.org/officeDocument/2006/relationships/slideMaster" Target="/ppt/slideMasters/slideMaster1.xml" Id="rId7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solidFill>
              <a:srgbClr val="2D6673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673"/>
                </a:solidFill>
                <a:latin typeface="Arial"/>
                <a:ea typeface="Arial"/>
                <a:cs typeface="Arial"/>
              </a:rPr>
              <a:t>MONTHLY OPERATING REVIEW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March 2026 Operating Review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March 1–31,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Review reported performance, factory execution, working capital, and the actions due before the next close.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backlog remain the near-term operating anchors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March 1–31,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March 1–31,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$173K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unfavorable;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100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$6.8M output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$83K variance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100 Controller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200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$3.7M output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-$7K variance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200 Controller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300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$6.8M output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$96K variance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300 Controller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