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B85C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DDE4E8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Weekly Major Jobs Review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DDE4E8"/>
                </a:solidFill>
              </a:rPr>
              <a:t>Schedule, labor, procurement, commercial position and cash milestones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DDE4E8"/>
                </a:solidFill>
              </a:rPr>
              <a:t>PM WORKING COPY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June 29,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Portfolio heat map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Sixteen active / closeout projects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Schedule and access constraints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Estimate confidence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Cash and billing milestones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Jobs reviewed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16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PM status is operational evidence, not posted accounting data.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Eastbank data-center expansion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Procurement-heavy cost profile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Owner funding draw timing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Lien-waiver dependency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Controls integration milestone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Contract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$11.6m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Receipt timing remains a treasury judgment supported by owner evidence.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Cascade Health ambulatory pavilion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Night-shift premium exposure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Pending PCO documentation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Occupied-space phasing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Billing support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Pending price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$382k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Probable cost is included in EAC; pending revenue is excluded.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Northline cold storage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Backcharge dispute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Subcontractor response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Rework productivity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Remaining closeout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Recovery claim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$185k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Unaccepted recovery is not netted against forecast cost.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Columbia biologics closeout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Validation package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Retainage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Customer dispute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Warranty transition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Open AR at risk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$1.2m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Closeout receipts remain outside July base cash until evidence improves.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731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WEEKLY PROJECT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7313A"/>
                </a:solidFill>
              </a:rPr>
              <a:t>Decisions and follow-up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EAC owner responses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Commercial notices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Billing actions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Collection escalations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Open 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12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Finance reconciles final PM updates to system cost and billing after cutoff.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29, 2026 | PM WORKING COPY |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2026-07-28T10:45:38Z</dcterms:created>
  <dcterms:modified xsi:type="dcterms:W3CDTF">2026-07-28T10:45:38Z</dcterms:modified>
</cp:coreProperties>
</file>